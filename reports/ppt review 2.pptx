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86" r:id="rId1"/>
  </p:sldMasterIdLst>
  <p:sldIdLst>
    <p:sldId id="256" r:id="rId2"/>
    <p:sldId id="264" r:id="rId3"/>
    <p:sldId id="258" r:id="rId4"/>
    <p:sldId id="270" r:id="rId5"/>
    <p:sldId id="271" r:id="rId6"/>
    <p:sldId id="265" r:id="rId7"/>
    <p:sldId id="269" r:id="rId8"/>
    <p:sldId id="259" r:id="rId9"/>
    <p:sldId id="267" r:id="rId10"/>
    <p:sldId id="262" r:id="rId11"/>
    <p:sldId id="272" r:id="rId12"/>
    <p:sldId id="281" r:id="rId13"/>
    <p:sldId id="282" r:id="rId14"/>
    <p:sldId id="277" r:id="rId15"/>
    <p:sldId id="278" r:id="rId16"/>
    <p:sldId id="279" r:id="rId17"/>
    <p:sldId id="283" r:id="rId18"/>
    <p:sldId id="280" r:id="rId19"/>
    <p:sldId id="285" r:id="rId20"/>
    <p:sldId id="268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151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548" autoAdjust="0"/>
    <p:restoredTop sz="94660"/>
  </p:normalViewPr>
  <p:slideViewPr>
    <p:cSldViewPr snapToGrid="0">
      <p:cViewPr varScale="1">
        <p:scale>
          <a:sx n="94" d="100"/>
          <a:sy n="94" d="100"/>
        </p:scale>
        <p:origin x="110" y="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msini Kapilavai" userId="e3df0e10753da64b" providerId="LiveId" clId="{080F4E8C-E676-4672-8D96-7C822E942721}"/>
    <pc:docChg chg="undo custSel addSld delSld modSld">
      <pc:chgData name="Hamsini Kapilavai" userId="e3df0e10753da64b" providerId="LiveId" clId="{080F4E8C-E676-4672-8D96-7C822E942721}" dt="2026-09-19T04:49:50.846" v="470" actId="1076"/>
      <pc:docMkLst>
        <pc:docMk/>
      </pc:docMkLst>
      <pc:sldChg chg="modSp mod">
        <pc:chgData name="Hamsini Kapilavai" userId="e3df0e10753da64b" providerId="LiveId" clId="{080F4E8C-E676-4672-8D96-7C822E942721}" dt="2026-09-17T06:00:58.392" v="76" actId="5793"/>
        <pc:sldMkLst>
          <pc:docMk/>
          <pc:sldMk cId="0" sldId="258"/>
        </pc:sldMkLst>
        <pc:spChg chg="mod">
          <ac:chgData name="Hamsini Kapilavai" userId="e3df0e10753da64b" providerId="LiveId" clId="{080F4E8C-E676-4672-8D96-7C822E942721}" dt="2026-09-17T06:00:58.392" v="76" actId="5793"/>
          <ac:spMkLst>
            <pc:docMk/>
            <pc:sldMk cId="0" sldId="258"/>
            <ac:spMk id="6" creationId="{B219C0C7-B501-8129-8DB9-D89244D38516}"/>
          </ac:spMkLst>
        </pc:spChg>
      </pc:sldChg>
      <pc:sldChg chg="modSp mod">
        <pc:chgData name="Hamsini Kapilavai" userId="e3df0e10753da64b" providerId="LiveId" clId="{080F4E8C-E676-4672-8D96-7C822E942721}" dt="2026-09-17T06:02:35.718" v="116" actId="20577"/>
        <pc:sldMkLst>
          <pc:docMk/>
          <pc:sldMk cId="0" sldId="259"/>
        </pc:sldMkLst>
        <pc:spChg chg="mod">
          <ac:chgData name="Hamsini Kapilavai" userId="e3df0e10753da64b" providerId="LiveId" clId="{080F4E8C-E676-4672-8D96-7C822E942721}" dt="2026-09-17T06:02:35.718" v="116" actId="20577"/>
          <ac:spMkLst>
            <pc:docMk/>
            <pc:sldMk cId="0" sldId="259"/>
            <ac:spMk id="4" creationId="{00000000-0000-0000-0000-000000000000}"/>
          </ac:spMkLst>
        </pc:spChg>
      </pc:sldChg>
      <pc:sldChg chg="addSp delSp modSp mod">
        <pc:chgData name="Hamsini Kapilavai" userId="e3df0e10753da64b" providerId="LiveId" clId="{080F4E8C-E676-4672-8D96-7C822E942721}" dt="2026-09-17T06:04:00.520" v="137" actId="1076"/>
        <pc:sldMkLst>
          <pc:docMk/>
          <pc:sldMk cId="0" sldId="262"/>
        </pc:sldMkLst>
        <pc:picChg chg="add mod">
          <ac:chgData name="Hamsini Kapilavai" userId="e3df0e10753da64b" providerId="LiveId" clId="{080F4E8C-E676-4672-8D96-7C822E942721}" dt="2026-09-17T06:04:00.520" v="137" actId="1076"/>
          <ac:picMkLst>
            <pc:docMk/>
            <pc:sldMk cId="0" sldId="262"/>
            <ac:picMk id="5" creationId="{53BF5254-2811-623C-1165-06E26391102A}"/>
          </ac:picMkLst>
        </pc:picChg>
      </pc:sldChg>
      <pc:sldChg chg="modSp mod">
        <pc:chgData name="Hamsini Kapilavai" userId="e3df0e10753da64b" providerId="LiveId" clId="{080F4E8C-E676-4672-8D96-7C822E942721}" dt="2026-09-17T06:00:05.198" v="6" actId="255"/>
        <pc:sldMkLst>
          <pc:docMk/>
          <pc:sldMk cId="1672422596" sldId="264"/>
        </pc:sldMkLst>
        <pc:spChg chg="mod">
          <ac:chgData name="Hamsini Kapilavai" userId="e3df0e10753da64b" providerId="LiveId" clId="{080F4E8C-E676-4672-8D96-7C822E942721}" dt="2026-09-17T06:00:05.198" v="6" actId="255"/>
          <ac:spMkLst>
            <pc:docMk/>
            <pc:sldMk cId="1672422596" sldId="264"/>
            <ac:spMk id="4" creationId="{00000000-0000-0000-0000-000000000000}"/>
          </ac:spMkLst>
        </pc:spChg>
      </pc:sldChg>
      <pc:sldChg chg="modSp mod">
        <pc:chgData name="Hamsini Kapilavai" userId="e3df0e10753da64b" providerId="LiveId" clId="{080F4E8C-E676-4672-8D96-7C822E942721}" dt="2026-09-17T06:01:41.027" v="88" actId="5793"/>
        <pc:sldMkLst>
          <pc:docMk/>
          <pc:sldMk cId="3441026644" sldId="265"/>
        </pc:sldMkLst>
        <pc:spChg chg="mod">
          <ac:chgData name="Hamsini Kapilavai" userId="e3df0e10753da64b" providerId="LiveId" clId="{080F4E8C-E676-4672-8D96-7C822E942721}" dt="2026-09-17T06:01:41.027" v="88" actId="5793"/>
          <ac:spMkLst>
            <pc:docMk/>
            <pc:sldMk cId="3441026644" sldId="265"/>
            <ac:spMk id="6" creationId="{D8AD3444-203D-A223-C89C-DD2C92140907}"/>
          </ac:spMkLst>
        </pc:spChg>
      </pc:sldChg>
      <pc:sldChg chg="modSp mod">
        <pc:chgData name="Hamsini Kapilavai" userId="e3df0e10753da64b" providerId="LiveId" clId="{080F4E8C-E676-4672-8D96-7C822E942721}" dt="2026-09-17T06:03:20.287" v="129" actId="14100"/>
        <pc:sldMkLst>
          <pc:docMk/>
          <pc:sldMk cId="106092222" sldId="267"/>
        </pc:sldMkLst>
        <pc:spChg chg="mod">
          <ac:chgData name="Hamsini Kapilavai" userId="e3df0e10753da64b" providerId="LiveId" clId="{080F4E8C-E676-4672-8D96-7C822E942721}" dt="2026-09-17T06:03:20.287" v="129" actId="14100"/>
          <ac:spMkLst>
            <pc:docMk/>
            <pc:sldMk cId="106092222" sldId="267"/>
            <ac:spMk id="4" creationId="{00000000-0000-0000-0000-000000000000}"/>
          </ac:spMkLst>
        </pc:spChg>
      </pc:sldChg>
      <pc:sldChg chg="addSp delSp modSp add mod">
        <pc:chgData name="Hamsini Kapilavai" userId="e3df0e10753da64b" providerId="LiveId" clId="{080F4E8C-E676-4672-8D96-7C822E942721}" dt="2026-09-19T04:35:52.858" v="408" actId="20577"/>
        <pc:sldMkLst>
          <pc:docMk/>
          <pc:sldMk cId="265762846" sldId="272"/>
        </pc:sldMkLst>
        <pc:spChg chg="add mod">
          <ac:chgData name="Hamsini Kapilavai" userId="e3df0e10753da64b" providerId="LiveId" clId="{080F4E8C-E676-4672-8D96-7C822E942721}" dt="2026-09-19T04:35:52.858" v="408" actId="20577"/>
          <ac:spMkLst>
            <pc:docMk/>
            <pc:sldMk cId="265762846" sldId="272"/>
            <ac:spMk id="2" creationId="{62C1C6EF-97F7-4EB0-9C3E-61B11ABB6807}"/>
          </ac:spMkLst>
        </pc:spChg>
        <pc:spChg chg="mod">
          <ac:chgData name="Hamsini Kapilavai" userId="e3df0e10753da64b" providerId="LiveId" clId="{080F4E8C-E676-4672-8D96-7C822E942721}" dt="2026-09-17T06:04:49.956" v="167" actId="20577"/>
          <ac:spMkLst>
            <pc:docMk/>
            <pc:sldMk cId="265762846" sldId="272"/>
            <ac:spMk id="4" creationId="{B79A3812-AA5D-919F-071F-784D39201CC6}"/>
          </ac:spMkLst>
        </pc:spChg>
      </pc:sldChg>
      <pc:sldChg chg="addSp delSp modSp add mod">
        <pc:chgData name="Hamsini Kapilavai" userId="e3df0e10753da64b" providerId="LiveId" clId="{080F4E8C-E676-4672-8D96-7C822E942721}" dt="2026-09-19T04:49:50.846" v="470" actId="1076"/>
        <pc:sldMkLst>
          <pc:docMk/>
          <pc:sldMk cId="3947334154" sldId="277"/>
        </pc:sldMkLst>
        <pc:spChg chg="del mod">
          <ac:chgData name="Hamsini Kapilavai" userId="e3df0e10753da64b" providerId="LiveId" clId="{080F4E8C-E676-4672-8D96-7C822E942721}" dt="2026-09-19T04:37:29.257" v="413"/>
          <ac:spMkLst>
            <pc:docMk/>
            <pc:sldMk cId="3947334154" sldId="277"/>
            <ac:spMk id="2" creationId="{71A8C93E-84EF-C96D-7109-ACB49720E7D3}"/>
          </ac:spMkLst>
        </pc:spChg>
        <pc:picChg chg="add mod">
          <ac:chgData name="Hamsini Kapilavai" userId="e3df0e10753da64b" providerId="LiveId" clId="{080F4E8C-E676-4672-8D96-7C822E942721}" dt="2026-09-19T04:49:50.846" v="470" actId="1076"/>
          <ac:picMkLst>
            <pc:docMk/>
            <pc:sldMk cId="3947334154" sldId="277"/>
            <ac:picMk id="7" creationId="{4CA60D00-1B95-14B2-22F3-61BBE45BE88F}"/>
          </ac:picMkLst>
        </pc:picChg>
      </pc:sldChg>
      <pc:sldChg chg="modSp add mod">
        <pc:chgData name="Hamsini Kapilavai" userId="e3df0e10753da64b" providerId="LiveId" clId="{080F4E8C-E676-4672-8D96-7C822E942721}" dt="2026-09-17T06:12:37.336" v="346" actId="5793"/>
        <pc:sldMkLst>
          <pc:docMk/>
          <pc:sldMk cId="651557353" sldId="278"/>
        </pc:sldMkLst>
        <pc:spChg chg="mod">
          <ac:chgData name="Hamsini Kapilavai" userId="e3df0e10753da64b" providerId="LiveId" clId="{080F4E8C-E676-4672-8D96-7C822E942721}" dt="2026-09-17T06:12:37.336" v="346" actId="5793"/>
          <ac:spMkLst>
            <pc:docMk/>
            <pc:sldMk cId="651557353" sldId="278"/>
            <ac:spMk id="2" creationId="{DC26935E-29BF-D98F-D764-9BC749DC6BF7}"/>
          </ac:spMkLst>
        </pc:spChg>
        <pc:spChg chg="mod">
          <ac:chgData name="Hamsini Kapilavai" userId="e3df0e10753da64b" providerId="LiveId" clId="{080F4E8C-E676-4672-8D96-7C822E942721}" dt="2026-09-17T06:09:24.454" v="332" actId="255"/>
          <ac:spMkLst>
            <pc:docMk/>
            <pc:sldMk cId="651557353" sldId="278"/>
            <ac:spMk id="4" creationId="{1E8592AE-D002-BF89-41EB-EBB34442508A}"/>
          </ac:spMkLst>
        </pc:spChg>
      </pc:sldChg>
      <pc:sldChg chg="addSp delSp modSp add mod">
        <pc:chgData name="Hamsini Kapilavai" userId="e3df0e10753da64b" providerId="LiveId" clId="{080F4E8C-E676-4672-8D96-7C822E942721}" dt="2026-09-19T04:44:23.167" v="464" actId="1076"/>
        <pc:sldMkLst>
          <pc:docMk/>
          <pc:sldMk cId="3730682927" sldId="279"/>
        </pc:sldMkLst>
        <pc:spChg chg="del mod">
          <ac:chgData name="Hamsini Kapilavai" userId="e3df0e10753da64b" providerId="LiveId" clId="{080F4E8C-E676-4672-8D96-7C822E942721}" dt="2026-09-19T04:37:34.405" v="416"/>
          <ac:spMkLst>
            <pc:docMk/>
            <pc:sldMk cId="3730682927" sldId="279"/>
            <ac:spMk id="9" creationId="{E8FA3605-A020-8A47-B935-71180B02FB13}"/>
          </ac:spMkLst>
        </pc:spChg>
        <pc:picChg chg="add del mod">
          <ac:chgData name="Hamsini Kapilavai" userId="e3df0e10753da64b" providerId="LiveId" clId="{080F4E8C-E676-4672-8D96-7C822E942721}" dt="2026-09-19T04:42:32.916" v="440" actId="478"/>
          <ac:picMkLst>
            <pc:docMk/>
            <pc:sldMk cId="3730682927" sldId="279"/>
            <ac:picMk id="5" creationId="{8F258B1F-1A6F-68E4-CB41-C524E1B6C3E4}"/>
          </ac:picMkLst>
        </pc:picChg>
        <pc:picChg chg="add mod">
          <ac:chgData name="Hamsini Kapilavai" userId="e3df0e10753da64b" providerId="LiveId" clId="{080F4E8C-E676-4672-8D96-7C822E942721}" dt="2026-09-19T04:44:12.370" v="459" actId="1076"/>
          <ac:picMkLst>
            <pc:docMk/>
            <pc:sldMk cId="3730682927" sldId="279"/>
            <ac:picMk id="8" creationId="{59E979D3-122F-5FA4-75AD-B9D50A2FB5A8}"/>
          </ac:picMkLst>
        </pc:picChg>
        <pc:picChg chg="add mod">
          <ac:chgData name="Hamsini Kapilavai" userId="e3df0e10753da64b" providerId="LiveId" clId="{080F4E8C-E676-4672-8D96-7C822E942721}" dt="2026-09-19T04:44:14.436" v="460" actId="1076"/>
          <ac:picMkLst>
            <pc:docMk/>
            <pc:sldMk cId="3730682927" sldId="279"/>
            <ac:picMk id="11" creationId="{B09A6039-1192-2C1D-1676-2F2CBFF4E63D}"/>
          </ac:picMkLst>
        </pc:picChg>
        <pc:picChg chg="add mod">
          <ac:chgData name="Hamsini Kapilavai" userId="e3df0e10753da64b" providerId="LiveId" clId="{080F4E8C-E676-4672-8D96-7C822E942721}" dt="2026-09-19T04:44:23.167" v="464" actId="1076"/>
          <ac:picMkLst>
            <pc:docMk/>
            <pc:sldMk cId="3730682927" sldId="279"/>
            <ac:picMk id="13" creationId="{39C4736D-D6C8-3310-1C3D-6E25DFCDF9D4}"/>
          </ac:picMkLst>
        </pc:picChg>
      </pc:sldChg>
      <pc:sldChg chg="addSp delSp modSp add mod">
        <pc:chgData name="Hamsini Kapilavai" userId="e3df0e10753da64b" providerId="LiveId" clId="{080F4E8C-E676-4672-8D96-7C822E942721}" dt="2026-09-19T04:44:58.762" v="467" actId="1076"/>
        <pc:sldMkLst>
          <pc:docMk/>
          <pc:sldMk cId="674062352" sldId="280"/>
        </pc:sldMkLst>
        <pc:spChg chg="del mod">
          <ac:chgData name="Hamsini Kapilavai" userId="e3df0e10753da64b" providerId="LiveId" clId="{080F4E8C-E676-4672-8D96-7C822E942721}" dt="2026-09-19T04:41:21.404" v="428"/>
          <ac:spMkLst>
            <pc:docMk/>
            <pc:sldMk cId="674062352" sldId="280"/>
            <ac:spMk id="2" creationId="{855CC62E-ED41-FF3C-E707-555C043A11A7}"/>
          </ac:spMkLst>
        </pc:spChg>
        <pc:spChg chg="mod">
          <ac:chgData name="Hamsini Kapilavai" userId="e3df0e10753da64b" providerId="LiveId" clId="{080F4E8C-E676-4672-8D96-7C822E942721}" dt="2026-09-17T06:13:47.294" v="388" actId="255"/>
          <ac:spMkLst>
            <pc:docMk/>
            <pc:sldMk cId="674062352" sldId="280"/>
            <ac:spMk id="4" creationId="{266163D4-B067-703D-3D6B-5478D0F65A0B}"/>
          </ac:spMkLst>
        </pc:spChg>
        <pc:picChg chg="add del mod">
          <ac:chgData name="Hamsini Kapilavai" userId="e3df0e10753da64b" providerId="LiveId" clId="{080F4E8C-E676-4672-8D96-7C822E942721}" dt="2026-09-19T04:42:48.469" v="446" actId="478"/>
          <ac:picMkLst>
            <pc:docMk/>
            <pc:sldMk cId="674062352" sldId="280"/>
            <ac:picMk id="6" creationId="{6EE2015F-F3AC-084D-8F5F-F2ED73134D63}"/>
          </ac:picMkLst>
        </pc:picChg>
        <pc:picChg chg="add mod">
          <ac:chgData name="Hamsini Kapilavai" userId="e3df0e10753da64b" providerId="LiveId" clId="{080F4E8C-E676-4672-8D96-7C822E942721}" dt="2026-09-19T04:44:58.762" v="467" actId="1076"/>
          <ac:picMkLst>
            <pc:docMk/>
            <pc:sldMk cId="674062352" sldId="280"/>
            <ac:picMk id="8" creationId="{F9189C6F-E399-1909-C828-FE4164266FC7}"/>
          </ac:picMkLst>
        </pc:picChg>
      </pc:sldChg>
      <pc:sldChg chg="modSp mod">
        <pc:chgData name="Hamsini Kapilavai" userId="e3df0e10753da64b" providerId="LiveId" clId="{080F4E8C-E676-4672-8D96-7C822E942721}" dt="2026-09-19T04:36:05.794" v="410" actId="20577"/>
        <pc:sldMkLst>
          <pc:docMk/>
          <pc:sldMk cId="934279190" sldId="281"/>
        </pc:sldMkLst>
        <pc:spChg chg="mod">
          <ac:chgData name="Hamsini Kapilavai" userId="e3df0e10753da64b" providerId="LiveId" clId="{080F4E8C-E676-4672-8D96-7C822E942721}" dt="2026-09-19T04:36:05.794" v="410" actId="20577"/>
          <ac:spMkLst>
            <pc:docMk/>
            <pc:sldMk cId="934279190" sldId="281"/>
            <ac:spMk id="2" creationId="{CE242B57-C701-1AB5-3652-8BA1149B9553}"/>
          </ac:spMkLst>
        </pc:spChg>
      </pc:sldChg>
      <pc:sldChg chg="addSp delSp modSp mod">
        <pc:chgData name="Hamsini Kapilavai" userId="e3df0e10753da64b" providerId="LiveId" clId="{080F4E8C-E676-4672-8D96-7C822E942721}" dt="2026-09-19T04:41:43.795" v="436" actId="1076"/>
        <pc:sldMkLst>
          <pc:docMk/>
          <pc:sldMk cId="4156984477" sldId="282"/>
        </pc:sldMkLst>
        <pc:spChg chg="del mod">
          <ac:chgData name="Hamsini Kapilavai" userId="e3df0e10753da64b" providerId="LiveId" clId="{080F4E8C-E676-4672-8D96-7C822E942721}" dt="2026-09-19T04:41:34.196" v="431"/>
          <ac:spMkLst>
            <pc:docMk/>
            <pc:sldMk cId="4156984477" sldId="282"/>
            <ac:spMk id="2" creationId="{B0C6ED71-4FFF-E213-6C21-BC7D338D8673}"/>
          </ac:spMkLst>
        </pc:spChg>
        <pc:picChg chg="add mod">
          <ac:chgData name="Hamsini Kapilavai" userId="e3df0e10753da64b" providerId="LiveId" clId="{080F4E8C-E676-4672-8D96-7C822E942721}" dt="2026-09-19T04:41:43.795" v="436" actId="1076"/>
          <ac:picMkLst>
            <pc:docMk/>
            <pc:sldMk cId="4156984477" sldId="282"/>
            <ac:picMk id="7" creationId="{74042EE9-A039-A1D4-248A-B1CE692185B7}"/>
          </ac:picMkLst>
        </pc:picChg>
      </pc:sldChg>
      <pc:sldChg chg="addSp delSp modSp mod">
        <pc:chgData name="Hamsini Kapilavai" userId="e3df0e10753da64b" providerId="LiveId" clId="{080F4E8C-E676-4672-8D96-7C822E942721}" dt="2026-09-19T04:41:12.656" v="425" actId="1076"/>
        <pc:sldMkLst>
          <pc:docMk/>
          <pc:sldMk cId="978714562" sldId="283"/>
        </pc:sldMkLst>
        <pc:spChg chg="del mod">
          <ac:chgData name="Hamsini Kapilavai" userId="e3df0e10753da64b" providerId="LiveId" clId="{080F4E8C-E676-4672-8D96-7C822E942721}" dt="2026-09-19T04:41:05.107" v="422"/>
          <ac:spMkLst>
            <pc:docMk/>
            <pc:sldMk cId="978714562" sldId="283"/>
            <ac:spMk id="9" creationId="{39B6D75C-D7F6-9885-82D3-B9572F9C183D}"/>
          </ac:spMkLst>
        </pc:spChg>
        <pc:picChg chg="add mod">
          <ac:chgData name="Hamsini Kapilavai" userId="e3df0e10753da64b" providerId="LiveId" clId="{080F4E8C-E676-4672-8D96-7C822E942721}" dt="2026-09-19T04:41:12.656" v="425" actId="1076"/>
          <ac:picMkLst>
            <pc:docMk/>
            <pc:sldMk cId="978714562" sldId="283"/>
            <ac:picMk id="5" creationId="{26582175-7202-0B86-92E9-B5407340B082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2B4D3-E35F-B0A7-ED30-E1EBE90BA1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5E22C6-FC6A-273C-606D-A2DAC3398A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04D644-F006-A928-244E-DA01A1A0F7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5871B-D663-4AA0-8EF1-28DA4CB8A788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DC254C-9AD9-3FD3-875B-B41F0CD62F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03B3D1-C2C3-2A0C-80B1-0E83174A6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4DE11-0B7C-4F23-82A7-4986E2EAEF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6491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B129B-9038-D5E3-D08D-68B8BB58E6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490CF7-528D-0685-0439-5C3629B3D3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E95821-8ED5-007E-4DC3-F42FF574ED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5871B-D663-4AA0-8EF1-28DA4CB8A788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646B54-5D03-F53F-CC21-486CC8CFA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3F6ED2-C4AB-9558-F5A0-26332147AF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4DE11-0B7C-4F23-82A7-4986E2EAEF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69275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BAF68-AA83-0DAA-E4BF-DCBA45A525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549C4-67E0-FF44-9094-041F9400A5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D5B79D-6303-B0C0-848F-688D6264C8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5871B-D663-4AA0-8EF1-28DA4CB8A788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04E60C-D266-BBC9-2AAF-6D7AC3138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97D5F7-46F2-8270-E934-218B4800F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4DE11-0B7C-4F23-82A7-4986E2EAEF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12433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C961DE-20BB-D1C3-8AC8-0A314CA7FF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10EC53-60D7-4100-84FB-58447FED5E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A06187-1735-AEA4-DDA6-3C104B0CBA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C14F4A-00AA-87CB-B8E5-25F5ECD39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5871B-D663-4AA0-8EF1-28DA4CB8A788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9E2E68-1DCC-9F97-89CC-00BF96AB6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C63205-4B3E-E036-8B73-019A76A48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4DE11-0B7C-4F23-82A7-4986E2EAEF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86829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81A98-C795-AF75-C8B7-12D13CA13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B14CFD-01AF-8520-636F-593B5412C6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BCFEDE-EA9B-5902-8B8A-1637E056C8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4C2520-7477-D76C-A4CB-2DFC6AFE2C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147E1E-B015-43F8-5962-42D03198A6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50034BF-491C-371F-7029-D4E9965D3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5871B-D663-4AA0-8EF1-28DA4CB8A788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70DBB94-E12F-07B9-0F11-8C6836954D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9B05AFA-7AF1-2523-A36B-FDBC77E50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4DE11-0B7C-4F23-82A7-4986E2EAEF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46954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029616-C1D5-E842-27DE-87444ADCFC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BE463C-6BD1-95C4-3920-C1D1F455A0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5871B-D663-4AA0-8EF1-28DA4CB8A788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64AD79-6A15-BD26-705B-2A30CB336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4ADD1E-0E50-18BE-E947-906D44A9B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4DE11-0B7C-4F23-82A7-4986E2EAEF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0048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B79A7B-5D65-2C42-AAA8-467D5FDDC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5871B-D663-4AA0-8EF1-28DA4CB8A788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1EDC456-F1CD-9C8E-F2EA-F45AF4EA5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78D7DF-0E86-2C35-1A21-BEC081B32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4DE11-0B7C-4F23-82A7-4986E2EAEF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40344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213EC-12B4-608A-68FC-C2E7DB450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B3E1EB-FE64-E8B9-833E-6B243B17F1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7E1188-FABB-53CD-D160-41FBCF89EB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65B192-BA2B-B10F-C7C8-F56D9D1E0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5871B-D663-4AA0-8EF1-28DA4CB8A788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34579F-CEF2-D46A-79AE-3F97269CE4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344A2A-FE86-749B-4393-ED2280511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4DE11-0B7C-4F23-82A7-4986E2EAEF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41372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3A6C3-FA7D-CA66-7349-66AF7E0745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CB53053-82F1-D42C-9D96-81D4A2BAEF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C7FD86-7715-3D95-7DAF-CA665C4155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530773-F8A8-0912-A846-529772DA18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5871B-D663-4AA0-8EF1-28DA4CB8A788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4D6EF-56E5-3D5A-BE3B-4A67B2367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149EF5-0C20-0FC2-5256-4F871E946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4DE11-0B7C-4F23-82A7-4986E2EAEF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4587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EDC581-596F-65E3-111B-94ABD2DB9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7FE410-CD26-D614-E9B6-0A5DCE2E7F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DEDD5A-501C-DED5-7743-817A2A652A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5871B-D663-4AA0-8EF1-28DA4CB8A788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341E12-F7BF-6BF4-FF85-44CED877C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1050F8-FA8A-BFFB-4728-029331847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4DE11-0B7C-4F23-82A7-4986E2EAEF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0171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1687713-4034-F2A5-265B-E8F2372804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4666FE-BBA6-D121-0DF6-666BE60D67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CE61F1-5C47-9B36-46A2-D30F5126B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5871B-D663-4AA0-8EF1-28DA4CB8A788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AE6A5C-221D-4BE7-3EDB-E29D5FE619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60070A-8DE2-EAD4-4A6E-C641AD5DB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4DE11-0B7C-4F23-82A7-4986E2EAEF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40904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179867CD-CD09-0EEC-D165-96584688B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" y="64007"/>
            <a:ext cx="12015216" cy="5120639"/>
          </a:xfrm>
        </p:spPr>
        <p:txBody>
          <a:bodyPr>
            <a:normAutofit/>
          </a:bodyPr>
          <a:lstStyle>
            <a:lvl1pPr>
              <a:defRPr sz="110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65D245-B564-481D-A323-F73C5BCA84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8136" y="5360878"/>
            <a:ext cx="10037064" cy="566928"/>
          </a:xfrm>
        </p:spPr>
        <p:txBody>
          <a:bodyPr anchor="b" anchorCtr="0">
            <a:normAutofit/>
          </a:bodyPr>
          <a:lstStyle>
            <a:lvl1pPr marL="0" indent="0" algn="r">
              <a:lnSpc>
                <a:spcPct val="100000"/>
              </a:lnSpc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1422A5-3076-413B-84CB-ED3BA4171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E072EE-51B3-4C0C-A460-4684AB079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5871B-D663-4AA0-8EF1-28DA4CB8A788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267C68-40D5-477E-9DBC-C28FD4B11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4DE11-0B7C-4F23-82A7-4986E2EAEF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540510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459378-C430-49DB-B2D6-E32FBBCD4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FF5A02-0FC4-41C8-A13C-4C929B288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5871B-D663-4AA0-8EF1-28DA4CB8A788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B9D57D-CB8E-4E67-AE2D-2790E2AA6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4DE11-0B7C-4F23-82A7-4986E2EAEF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71875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13CB27F-6864-ACC7-EA81-966CE879C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C42EA6-6EF9-C9E7-C048-7BE6DA92C3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F04FEE-8409-20C4-A7BF-0665597501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F5871B-D663-4AA0-8EF1-28DA4CB8A788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98C076-E14D-8745-DE2B-7919A529E8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09D965-3CD6-EF38-AC1F-BA92F66523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54DE11-0B7C-4F23-82A7-4986E2EAEFE5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11" descr="KL University Hyderabad">
            <a:extLst>
              <a:ext uri="{FF2B5EF4-FFF2-40B4-BE49-F238E27FC236}">
                <a16:creationId xmlns:a16="http://schemas.microsoft.com/office/drawing/2014/main" id="{54CBCDD5-E62F-3293-20CE-3B689DFB2CD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4450"/>
            <a:ext cx="2101850" cy="900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71EBC7B-FA54-792B-0C43-1A1C1D13EE5F}"/>
              </a:ext>
            </a:extLst>
          </p:cNvPr>
          <p:cNvSpPr/>
          <p:nvPr userDrawn="1"/>
        </p:nvSpPr>
        <p:spPr>
          <a:xfrm>
            <a:off x="0" y="6811963"/>
            <a:ext cx="12192000" cy="46037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5F0BB20-CDEB-04BA-1109-D5075E8A581C}"/>
              </a:ext>
            </a:extLst>
          </p:cNvPr>
          <p:cNvSpPr/>
          <p:nvPr userDrawn="1"/>
        </p:nvSpPr>
        <p:spPr>
          <a:xfrm>
            <a:off x="0" y="0"/>
            <a:ext cx="12192000" cy="46038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10" name="Picture 6" descr="Background pattern&#10;&#10;Description automatically generated">
            <a:extLst>
              <a:ext uri="{FF2B5EF4-FFF2-40B4-BE49-F238E27FC236}">
                <a16:creationId xmlns:a16="http://schemas.microsoft.com/office/drawing/2014/main" id="{EA811288-108C-6FBF-2452-58043AC37C0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003550" cy="300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307376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7" r:id="rId1"/>
    <p:sldLayoutId id="2147483788" r:id="rId2"/>
    <p:sldLayoutId id="2147483789" r:id="rId3"/>
    <p:sldLayoutId id="2147483790" r:id="rId4"/>
    <p:sldLayoutId id="2147483791" r:id="rId5"/>
    <p:sldLayoutId id="2147483792" r:id="rId6"/>
    <p:sldLayoutId id="2147483793" r:id="rId7"/>
    <p:sldLayoutId id="2147483794" r:id="rId8"/>
    <p:sldLayoutId id="2147483795" r:id="rId9"/>
    <p:sldLayoutId id="2147483796" r:id="rId10"/>
    <p:sldLayoutId id="2147483797" r:id="rId11"/>
    <p:sldLayoutId id="2147483798" r:id="rId12"/>
    <p:sldLayoutId id="2147483799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huggingface.co/datasets/BasitAliii/sdlc-scenario-based-qa-dataset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Relationship Id="rId5" Type="http://schemas.openxmlformats.org/officeDocument/2006/relationships/hyperlink" Target="https://github.com/GPT-Laboratory/CodePori_v02" TargetMode="External"/><Relationship Id="rId4" Type="http://schemas.openxmlformats.org/officeDocument/2006/relationships/hyperlink" Target="ai_multi_agent_interactions_2026.csv" TargetMode="Externa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3998" y="388782"/>
            <a:ext cx="9700727" cy="1509897"/>
          </a:xfrm>
        </p:spPr>
        <p:txBody>
          <a:bodyPr wrap="square" lIns="0" tIns="0" rIns="0" bIns="0" anchor="t" anchorCtr="1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4000" b="1" dirty="0">
                <a:solidFill>
                  <a:srgbClr val="FF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Multi-Agent AI Framework for Automated Software Development</a:t>
            </a:r>
            <a:br>
              <a:rPr lang="en-US" sz="4000" dirty="0">
                <a:solidFill>
                  <a:srgbClr val="FF0000"/>
                </a:solidFill>
              </a:rPr>
            </a:b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Framework for Automated Software Development</a:t>
            </a:r>
            <a:br>
              <a:rPr lang="en-US" sz="4000" dirty="0"/>
            </a:br>
            <a:endParaRPr lang="en-US" sz="40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C9A6BA-DA13-DBE5-CB68-09719FE56814}"/>
              </a:ext>
            </a:extLst>
          </p:cNvPr>
          <p:cNvSpPr txBox="1"/>
          <p:nvPr/>
        </p:nvSpPr>
        <p:spPr>
          <a:xfrm>
            <a:off x="10744200" y="221742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55F8B9A-330F-59D4-819E-DEFB66B299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890" y="388782"/>
            <a:ext cx="1790678" cy="66693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B44755B-1061-1DFD-ADFE-49C6B5AC4D99}"/>
              </a:ext>
            </a:extLst>
          </p:cNvPr>
          <p:cNvSpPr txBox="1"/>
          <p:nvPr/>
        </p:nvSpPr>
        <p:spPr>
          <a:xfrm>
            <a:off x="4085251" y="2586752"/>
            <a:ext cx="41148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0"/>
              </a:spcBef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Team Members:</a:t>
            </a:r>
          </a:p>
          <a:p>
            <a:pPr algn="ctr">
              <a:spcBef>
                <a:spcPts val="0"/>
              </a:spcBef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algn="ctr">
              <a:spcBef>
                <a:spcPts val="0"/>
              </a:spcBef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2420030444 –  Suhitha Chalasani</a:t>
            </a:r>
          </a:p>
          <a:p>
            <a:pPr algn="ctr">
              <a:spcBef>
                <a:spcPts val="0"/>
              </a:spcBef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2420030398 – Kapilavai Hamsini</a:t>
            </a:r>
          </a:p>
          <a:p>
            <a:pPr algn="ctr">
              <a:spcBef>
                <a:spcPts val="0"/>
              </a:spcBef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2420030472 – Sri Raaga Tangirala</a:t>
            </a:r>
          </a:p>
          <a:p>
            <a:pPr algn="ctr"/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8F4754-A516-A68C-7562-4278709865DF}"/>
              </a:ext>
            </a:extLst>
          </p:cNvPr>
          <p:cNvSpPr txBox="1"/>
          <p:nvPr/>
        </p:nvSpPr>
        <p:spPr>
          <a:xfrm>
            <a:off x="4299855" y="4448054"/>
            <a:ext cx="36855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Cluster – 2, Section 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660072" y="22167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4655" y="1192273"/>
            <a:ext cx="9996075" cy="3576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SDLC is manual and slow across requirements, design, coding, testing, and documentation.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single LLM can't handle a full project end-to-end — too much breadth and complexity.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like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ChatDev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MetaGPT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AgentCoder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generate isolated snippets, not complete multi-file projects.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Need: a system that takes one requirement and carries it through planning, coding, review, testing (with retries), and documentation on its own.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24225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OBJECTIVES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19C0C7-B501-8129-8DB9-D89244D38516}"/>
              </a:ext>
            </a:extLst>
          </p:cNvPr>
          <p:cNvSpPr txBox="1"/>
          <p:nvPr/>
        </p:nvSpPr>
        <p:spPr>
          <a:xfrm>
            <a:off x="1253412" y="1669155"/>
            <a:ext cx="9685174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a 4-agent pipeline — Planner, Coder, Tester, Reviewer — each owning one SDLC.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LangGraph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sequence agents, share state, and manage retries.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Keep one shared state object (spec, code, test results, review verdicts, retry counts) so agents don't lose context.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Groq's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gpt-oss-120b (Planner/Reviewer) and gpt-oss-20b (Coder/Tester) — fast, free-tier, no GPU needed. 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test/review failure, loop back to the Coder automatically, capped by a retry limit.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5CF929-F27B-6DF9-59D3-C1E0B7B15F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F3AC8B7-EABA-EF9B-99C1-87D4943D9EAC}"/>
              </a:ext>
            </a:extLst>
          </p:cNvPr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D7166D-ED5B-0678-25C1-58D903B6D725}"/>
              </a:ext>
            </a:extLst>
          </p:cNvPr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Literature Survey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973DC46-F2A6-F02B-94C8-65150C9E26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894" y="778740"/>
            <a:ext cx="11464212" cy="5915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9274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3A70C-A0C7-764C-FD7F-7677B6AFB6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D784A72-EE21-E986-A925-33D1C398657D}"/>
              </a:ext>
            </a:extLst>
          </p:cNvPr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AAC205-5A0B-1C1B-51A6-8C8390BA40AB}"/>
              </a:ext>
            </a:extLst>
          </p:cNvPr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Literature Survey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C227BC0-090E-9FDE-88EF-4A6B9D185D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192" y="806448"/>
            <a:ext cx="11221616" cy="5777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55573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2660072" y="221673"/>
            <a:ext cx="6723625" cy="65579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511842" y="221673"/>
            <a:ext cx="68718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RESEARCH GAPS IDENTIFICATION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AD3444-203D-A223-C89C-DD2C92140907}"/>
              </a:ext>
            </a:extLst>
          </p:cNvPr>
          <p:cNvSpPr txBox="1"/>
          <p:nvPr/>
        </p:nvSpPr>
        <p:spPr>
          <a:xfrm>
            <a:off x="717431" y="1194300"/>
            <a:ext cx="10608905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ChatDev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MetaGPT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AgentCoder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produce isolated functions, not full projects with a real test-to-code feedback loop.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CodePori's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found hallucination, cross-file memory loss, and orchestration failures — issues standard benchmarks miss.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AgentMesh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has a debugging loop but no orchestrator for multi-file coordination.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Sami et al.'s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platform separates requirements/architecture/code well but has no automatic retry loop on test failure.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literature relies on paid closed models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(GPT-3.5/4, Claude)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leaves room for a fast, low-cost, open-weight approach via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Groq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410266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DFE7B8-B1FC-B6CA-A5BB-4EB68ADEAA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81F0ED8-F5FC-E313-8FAF-D4F4318C912E}"/>
              </a:ext>
            </a:extLst>
          </p:cNvPr>
          <p:cNvSpPr/>
          <p:nvPr/>
        </p:nvSpPr>
        <p:spPr>
          <a:xfrm>
            <a:off x="2660072" y="221673"/>
            <a:ext cx="6723625" cy="65579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AE7A3BD-532C-A72A-3287-909DC3D68BDA}"/>
              </a:ext>
            </a:extLst>
          </p:cNvPr>
          <p:cNvSpPr txBox="1"/>
          <p:nvPr/>
        </p:nvSpPr>
        <p:spPr>
          <a:xfrm>
            <a:off x="2482720" y="310127"/>
            <a:ext cx="68718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DATASETS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3BE40EB-BC02-1B4F-BE69-2B8EBE6087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2720" y="3429000"/>
            <a:ext cx="7226559" cy="3061902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3DDECBF-1746-CDC1-2D85-A43FF9B4F4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2737066"/>
              </p:ext>
            </p:extLst>
          </p:nvPr>
        </p:nvGraphicFramePr>
        <p:xfrm>
          <a:off x="399660" y="1241424"/>
          <a:ext cx="11374016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87008">
                  <a:extLst>
                    <a:ext uri="{9D8B030D-6E8A-4147-A177-3AD203B41FA5}">
                      <a16:colId xmlns:a16="http://schemas.microsoft.com/office/drawing/2014/main" val="3627985643"/>
                    </a:ext>
                  </a:extLst>
                </a:gridCol>
                <a:gridCol w="5687008">
                  <a:extLst>
                    <a:ext uri="{9D8B030D-6E8A-4147-A177-3AD203B41FA5}">
                      <a16:colId xmlns:a16="http://schemas.microsoft.com/office/drawing/2014/main" val="59884129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Datasets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75552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HuggingFace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u="sng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3"/>
                        </a:rPr>
                        <a:t>https://huggingface.co/datasets/BasitAliii/sdlc-scenario-based-qa-dataset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49658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Kaggle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hlinkClick r:id="rId4" action="ppaction://hlinkfile"/>
                        </a:rPr>
                        <a:t>ai_multi_agent_interactions_2026.csv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36318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Github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u="sng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5"/>
                        </a:rPr>
                        <a:t>https://github.com/GPT-Laboratory/CodePori_v02</a:t>
                      </a:r>
                      <a:endParaRPr lang="en-US" sz="1800" u="sng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01821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372837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2282084" y="221673"/>
            <a:ext cx="8149539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594758" y="221673"/>
            <a:ext cx="68718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INNOVATION, CREATIVITY &amp; NOVELTY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8110" y="1736582"/>
            <a:ext cx="1072515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LangGraph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explicitly manages sequencing, state, and retry loops — not a fixed linear pipeline.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Mixed-model routing: gpt-oss-120b for Planner/Reviewer, gpt-oss-20b for Coder/Tester — free-tier vs. paid APIs used elsewhere.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Every agent returns fixed,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Pydantic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-validated JSON instead of relying on shaky free-tier tool-calling.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IDs live in env vars, so swapping providers (already done once after Llama 3.x was deprecated) is a config change, not a code change.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Sandboxed execution closes the safety gap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AgentMesh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flagged — subprocess isolation + timeout + POSIX resource limits, with three real bugs found and fixed via live runs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FEASIBILITY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227" y="1778829"/>
            <a:ext cx="10069544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Every component (Flask,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LangGraph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Groq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API,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Pydantic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Git) is existing, maintained tech.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Groq's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free tier removes the GPU/hosting cost barrier.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Similar pipelines (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CodePori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AgentMesh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Sami et al.) already prove this approach works, even if output quality still needs work.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retry loop is a standard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LangGraph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conditional edge, not a novel challenge.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Known risks (hallucination, short memory, code smells) are documented, so review/testing stages are planned for them upfront.</a:t>
            </a:r>
          </a:p>
        </p:txBody>
      </p:sp>
    </p:spTree>
    <p:extLst>
      <p:ext uri="{BB962C8B-B14F-4D97-AF65-F5344CB8AC3E}">
        <p14:creationId xmlns:p14="http://schemas.microsoft.com/office/powerpoint/2010/main" val="1060922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2660070" y="218681"/>
            <a:ext cx="68718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PROJECT PLAN</a:t>
            </a:r>
            <a:endParaRPr lang="en-US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BF5254-2811-623C-1165-06E2639110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5617" y="1019298"/>
            <a:ext cx="9380763" cy="561702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BA1D18-74DA-9BDD-6AAF-630FDBD5B1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C571B1B-F6FB-5788-EFFB-380DA73A9AAB}"/>
              </a:ext>
            </a:extLst>
          </p:cNvPr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79A3812-AA5D-919F-071F-784D39201CC6}"/>
              </a:ext>
            </a:extLst>
          </p:cNvPr>
          <p:cNvSpPr txBox="1"/>
          <p:nvPr/>
        </p:nvSpPr>
        <p:spPr>
          <a:xfrm>
            <a:off x="2660070" y="218681"/>
            <a:ext cx="68718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METHODOLOGY 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2C1C6EF-97F7-4EB0-9C3E-61B11ABB6807}"/>
              </a:ext>
            </a:extLst>
          </p:cNvPr>
          <p:cNvSpPr txBox="1"/>
          <p:nvPr/>
        </p:nvSpPr>
        <p:spPr>
          <a:xfrm>
            <a:off x="1026368" y="1715760"/>
            <a:ext cx="1047357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Four-stage cyclic pipeline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Plan → Code → Test → Review — with failures routed back to the Coder instead of halting, not a linear script.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One shared, persisted state object carries the spec, code, test results, verdicts, and retry counters across every stage- Human-in-the-loop approval gate right after planning: a generated spec (requirement + acceptance criteria + tasks) is approved or rejected by a human before any code is generated.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Planner (gpt-oss-120b) → structured Spec; Coder (gpt-oss-20b) → code per task as JSON; Tester (gpt-oss-20b) → real sandboxed test per criterion; Reviewer (gpt-oss-120b) → verdict against real evidence, proven to refuse rubber-stamping unverified results.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waterfall-first; Agile-readiness fields (backlog,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sprint_number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already sit in the schema so a later sprint loop means new edges, not a rewrite.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5B978E9-84CC-C61B-F493-93BF2D74A021}"/>
              </a:ext>
            </a:extLst>
          </p:cNvPr>
          <p:cNvSpPr txBox="1"/>
          <p:nvPr/>
        </p:nvSpPr>
        <p:spPr>
          <a:xfrm>
            <a:off x="4895849" y="738909"/>
            <a:ext cx="24002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Pipeline &amp; Agent Roles</a:t>
            </a:r>
          </a:p>
        </p:txBody>
      </p:sp>
    </p:spTree>
    <p:extLst>
      <p:ext uri="{BB962C8B-B14F-4D97-AF65-F5344CB8AC3E}">
        <p14:creationId xmlns:p14="http://schemas.microsoft.com/office/powerpoint/2010/main" val="2657628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D27C0D-5EB1-55F8-A856-AE4C58064D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1591C72-0B55-4F0C-BD38-AA8D8983D9C0}"/>
              </a:ext>
            </a:extLst>
          </p:cNvPr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CC89BA-224E-DD4C-473F-A516613FD918}"/>
              </a:ext>
            </a:extLst>
          </p:cNvPr>
          <p:cNvSpPr txBox="1"/>
          <p:nvPr/>
        </p:nvSpPr>
        <p:spPr>
          <a:xfrm>
            <a:off x="2660070" y="218681"/>
            <a:ext cx="68718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METHODOLOGY 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242B57-C701-1AB5-3652-8BA1149B9553}"/>
              </a:ext>
            </a:extLst>
          </p:cNvPr>
          <p:cNvSpPr txBox="1"/>
          <p:nvPr/>
        </p:nvSpPr>
        <p:spPr>
          <a:xfrm>
            <a:off x="859213" y="1625477"/>
            <a:ext cx="10473570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Every agent's output is forced into a fixed JSON shape and validated with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Pydantic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malformed responses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caught as typed errors, never silently corrupting state.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static syntax check runs on every Coder/Tester code payload right after schema validation, catching semantically-broken-but-schema-valid Python before it executes.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independent, capped retry budgets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spec_approval_retries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(human rejects the plan) and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test_review_retries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(code fails tests or review)-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test_review_retries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raised from 3 → 5 based on real evidence — complex specs (5–7 criteria) were burning the full budget on infrastructure hiccups, not code-quality issues.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run that exhausts its budget terminates FAILED cleanly with full attempt history — never a silent hang or crash.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A9877FB-A8BA-4447-771D-D6EA5903BB9B}"/>
              </a:ext>
            </a:extLst>
          </p:cNvPr>
          <p:cNvSpPr txBox="1"/>
          <p:nvPr/>
        </p:nvSpPr>
        <p:spPr>
          <a:xfrm>
            <a:off x="4621957" y="738909"/>
            <a:ext cx="29480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 Validation &amp; Retry Strategy</a:t>
            </a:r>
          </a:p>
        </p:txBody>
      </p:sp>
    </p:spTree>
    <p:extLst>
      <p:ext uri="{BB962C8B-B14F-4D97-AF65-F5344CB8AC3E}">
        <p14:creationId xmlns:p14="http://schemas.microsoft.com/office/powerpoint/2010/main" val="9342791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E9380E-4DEC-6B06-081C-D3CF7355C4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48C1248-13F8-D25E-B8C6-E8E3F13D0959}"/>
              </a:ext>
            </a:extLst>
          </p:cNvPr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B957D5-5B36-A118-2665-4325A71EAB22}"/>
              </a:ext>
            </a:extLst>
          </p:cNvPr>
          <p:cNvSpPr txBox="1"/>
          <p:nvPr/>
        </p:nvSpPr>
        <p:spPr>
          <a:xfrm>
            <a:off x="2660070" y="221673"/>
            <a:ext cx="68718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SYSTEM DESIGN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FB37E0-A74E-4092-B01E-71B5FD13D40F}"/>
              </a:ext>
            </a:extLst>
          </p:cNvPr>
          <p:cNvSpPr txBox="1"/>
          <p:nvPr/>
        </p:nvSpPr>
        <p:spPr>
          <a:xfrm>
            <a:off x="4670941" y="738909"/>
            <a:ext cx="32793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Architecture &amp; State Model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4042EE9-A039-A1D4-248A-B1CE692185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8243" y="1212574"/>
            <a:ext cx="7528900" cy="5423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69844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40A7F7-8744-9439-1533-858333809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28A472C-7E53-A355-258C-0F82CB9C5022}"/>
              </a:ext>
            </a:extLst>
          </p:cNvPr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9031B9-9B6D-74A8-322E-B3940080B0B8}"/>
              </a:ext>
            </a:extLst>
          </p:cNvPr>
          <p:cNvSpPr txBox="1"/>
          <p:nvPr/>
        </p:nvSpPr>
        <p:spPr>
          <a:xfrm>
            <a:off x="2660071" y="212808"/>
            <a:ext cx="68718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SYSTEM DESIGN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6D6AB7-9463-2AD6-43A5-4DB37CB03696}"/>
              </a:ext>
            </a:extLst>
          </p:cNvPr>
          <p:cNvSpPr txBox="1"/>
          <p:nvPr/>
        </p:nvSpPr>
        <p:spPr>
          <a:xfrm>
            <a:off x="5214450" y="736028"/>
            <a:ext cx="17630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Execution Flow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CA60D00-1B95-14B2-22F3-61BBE45BE8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6998" y="1250383"/>
            <a:ext cx="7158003" cy="5264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73341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438F15-B44F-5B8F-3D21-DA2DAF0846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0C328EA-DF35-A7EA-60F7-3F380D9BBB71}"/>
              </a:ext>
            </a:extLst>
          </p:cNvPr>
          <p:cNvSpPr/>
          <p:nvPr/>
        </p:nvSpPr>
        <p:spPr>
          <a:xfrm>
            <a:off x="3203602" y="221673"/>
            <a:ext cx="6472241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8592AE-D002-BF89-41EB-EBB34442508A}"/>
              </a:ext>
            </a:extLst>
          </p:cNvPr>
          <p:cNvSpPr txBox="1"/>
          <p:nvPr/>
        </p:nvSpPr>
        <p:spPr>
          <a:xfrm>
            <a:off x="3203601" y="246466"/>
            <a:ext cx="64722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 MODERN TOOLS AND TECHNOLOGIES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C26935E-29BF-D98F-D764-9BC749DC6BF7}"/>
              </a:ext>
            </a:extLst>
          </p:cNvPr>
          <p:cNvSpPr txBox="1"/>
          <p:nvPr/>
        </p:nvSpPr>
        <p:spPr>
          <a:xfrm>
            <a:off x="1577067" y="979223"/>
            <a:ext cx="9019203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Orchestration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LangGraph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needed for branching, cyclic, stateful control flow (retries, human-in-the-loop) that a simple linear chain can't express.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LLM hosting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Groq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free tier — gpt-oss-120b and gpt-oss-20b, fast inference, no GPU or paid API cost.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Validation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Pydantic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v2 — every agent boundary is a validated model, not a trusted raw string; the single most load-bearing tool in the stack.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Sandboxing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Python's subprocess + resource modules — wall-clock timeout as the primary limit, POSIX CPU/memory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rlimits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a backstop.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model IDs and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tunables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read from environment variables via python-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dotenv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swapping a deprecated model is a one-line .env change, already proven when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Groq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deprecated its original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LLaMA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Persistence (planned):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SQLite; Frontend (planned): Flask with Server-Sent Events for live run status</a:t>
            </a:r>
          </a:p>
        </p:txBody>
      </p:sp>
    </p:spTree>
    <p:extLst>
      <p:ext uri="{BB962C8B-B14F-4D97-AF65-F5344CB8AC3E}">
        <p14:creationId xmlns:p14="http://schemas.microsoft.com/office/powerpoint/2010/main" val="6515573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E56ED8-C89A-D3E6-CB6F-A78E75A89D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35545B7-C8CE-259A-ECE4-F9D6096B42CE}"/>
              </a:ext>
            </a:extLst>
          </p:cNvPr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A128F7-03BA-1539-2CE6-795A56AE9906}"/>
              </a:ext>
            </a:extLst>
          </p:cNvPr>
          <p:cNvSpPr txBox="1"/>
          <p:nvPr/>
        </p:nvSpPr>
        <p:spPr>
          <a:xfrm>
            <a:off x="2660072" y="221673"/>
            <a:ext cx="687185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b="1" dirty="0">
                <a:solidFill>
                  <a:schemeClr val="bg1"/>
                </a:solidFill>
              </a:rPr>
              <a:t>IMPLEMENTATION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06801A-6D56-F36F-0905-6E7EFD6723B5}"/>
              </a:ext>
            </a:extLst>
          </p:cNvPr>
          <p:cNvSpPr txBox="1"/>
          <p:nvPr/>
        </p:nvSpPr>
        <p:spPr>
          <a:xfrm>
            <a:off x="4060759" y="738909"/>
            <a:ext cx="40704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 Build Timeline &amp; Sandboxed Execution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9E979D3-122F-5FA4-75AD-B9D50A2FB5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066" y="1133034"/>
            <a:ext cx="5425351" cy="382910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09A6039-1192-2C1D-1676-2F2CBFF4E6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8" y="1108241"/>
            <a:ext cx="5988401" cy="382910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9C4736D-D6C8-3310-1C3D-6E25DFCDF9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1066" y="5076949"/>
            <a:ext cx="5275184" cy="1559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06829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3D84D0-BF9F-8D59-197A-51C9CE8A83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E64FF4D-3583-F4D1-E76F-61482D25B013}"/>
              </a:ext>
            </a:extLst>
          </p:cNvPr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7D877F-D657-FA35-8DA7-C532ED9D481C}"/>
              </a:ext>
            </a:extLst>
          </p:cNvPr>
          <p:cNvSpPr txBox="1"/>
          <p:nvPr/>
        </p:nvSpPr>
        <p:spPr>
          <a:xfrm>
            <a:off x="2660072" y="221673"/>
            <a:ext cx="687185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b="1" dirty="0">
                <a:solidFill>
                  <a:schemeClr val="bg1"/>
                </a:solidFill>
              </a:rPr>
              <a:t>IMPLEMENTATION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F87127-CEE7-8D97-318B-1C8809BF268F}"/>
              </a:ext>
            </a:extLst>
          </p:cNvPr>
          <p:cNvSpPr txBox="1"/>
          <p:nvPr/>
        </p:nvSpPr>
        <p:spPr>
          <a:xfrm>
            <a:off x="4226182" y="738909"/>
            <a:ext cx="37396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Bugs Fixed &amp; Traceability Reporting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6582175-7202-0B86-92E9-B5407340B0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6771" y="1132228"/>
            <a:ext cx="8221820" cy="5504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87145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3FE64F-7B80-AE86-DCCA-C7A0FD4776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6B3E6CD-3180-4E6C-7540-CE06587B3B57}"/>
              </a:ext>
            </a:extLst>
          </p:cNvPr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66163D4-B067-703D-3D6B-5478D0F65A0B}"/>
              </a:ext>
            </a:extLst>
          </p:cNvPr>
          <p:cNvSpPr txBox="1"/>
          <p:nvPr/>
        </p:nvSpPr>
        <p:spPr>
          <a:xfrm>
            <a:off x="2660072" y="215689"/>
            <a:ext cx="68718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RESULTS</a:t>
            </a:r>
            <a:endParaRPr lang="en-US" sz="2800" dirty="0">
              <a:solidFill>
                <a:schemeClr val="bg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9189C6F-E399-1909-C828-FE4164266F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6721" y="1116276"/>
            <a:ext cx="8850019" cy="5333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40623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460F1-1CB2-A48F-B110-69265577C8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AD6599E-2887-186F-D643-08D49FFAD336}"/>
              </a:ext>
            </a:extLst>
          </p:cNvPr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B39A94-0B5F-B409-5EBC-583BBBF814F7}"/>
              </a:ext>
            </a:extLst>
          </p:cNvPr>
          <p:cNvSpPr txBox="1"/>
          <p:nvPr/>
        </p:nvSpPr>
        <p:spPr>
          <a:xfrm>
            <a:off x="2660072" y="215689"/>
            <a:ext cx="68718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PERFORMANCE EVALUATION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4AEBBEE-6BF6-65F6-7551-DDAC7D236D9A}"/>
              </a:ext>
            </a:extLst>
          </p:cNvPr>
          <p:cNvSpPr txBox="1"/>
          <p:nvPr/>
        </p:nvSpPr>
        <p:spPr>
          <a:xfrm>
            <a:off x="1302055" y="1323875"/>
            <a:ext cx="9587888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End-to-end success rate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6/12 real runs (50%) reached DONE; both post-fix complex runs (8 and 9 criteria) reached DONE with zero retries — evidence the Phase 6 bug fixes materially improved reliability.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Retry budget tuning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was evidence-driven: cap raised 3 → 5 specifically because 5–7-criterion specs were exhausting 3 retries on format/infrastructure issues, not genuine logic errors.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Sandbox timing safety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CPU-limit backstop now buffered 2 seconds above the wall-clock timeout, non-flaky across 5 consecutive runs post-fix.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Known limitations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no live FAILED run yet has a fully populated live-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Groq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retry trail in its report; Windows-specific resource limiting is reasoned through but not verified on an actual Windows interpreter; no live rate-limit (429) has actually been hit yet, so backoff is verified by review, not by a real throttling event.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37882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7" y="2619376"/>
            <a:ext cx="4946253" cy="135782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3135434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1132</TotalTime>
  <Words>1232</Words>
  <Application>Microsoft Office PowerPoint</Application>
  <PresentationFormat>Widescreen</PresentationFormat>
  <Paragraphs>116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Calibri</vt:lpstr>
      <vt:lpstr>Calibri Light</vt:lpstr>
      <vt:lpstr>Cambria</vt:lpstr>
      <vt:lpstr>Times New Roman</vt:lpstr>
      <vt:lpstr>Office Theme</vt:lpstr>
      <vt:lpstr>Multi-Agent AI Framework for Automated Software Development AI Framework for Automated Software Development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Sirisha Devi</dc:creator>
  <cp:lastModifiedBy>Hamsini Kapilavai</cp:lastModifiedBy>
  <cp:revision>37</cp:revision>
  <dcterms:created xsi:type="dcterms:W3CDTF">2024-08-29T05:25:00Z</dcterms:created>
  <dcterms:modified xsi:type="dcterms:W3CDTF">2026-09-19T04:49:55Z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FB2A1F042FC047C6B4D7E0BF0C20B2E9_13</vt:lpwstr>
  </property>
  <property fmtid="{D5CDD505-2E9C-101B-9397-08002B2CF9AE}" pid="3" name="KSOProductBuildVer">
    <vt:lpwstr>1033-12.2.0.23131</vt:lpwstr>
  </property>
</Properties>
</file>